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cf9cfa1919450f" /><Relationship Type="http://schemas.openxmlformats.org/officeDocument/2006/relationships/extended-properties" Target="/docProps/app.xml" Id="Rb17facd26ab14509" /><Relationship Type="http://schemas.openxmlformats.org/officeDocument/2006/relationships/officeDocument" Target="/ppt/presentation.xml" Id="R6881c92bff4f4b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25d3b98e3b4f5c"/>
  </p:sldMasterIdLst>
  <p:notesMasterIdLst>
    <p:notesMasterId xmlns:r="http://schemas.openxmlformats.org/officeDocument/2006/relationships" r:id="Rcc419d4bcc874171"/>
  </p:notesMasterIdLst>
  <p:sldIdLst>
    <p:sldId xmlns:r="http://schemas.openxmlformats.org/officeDocument/2006/relationships" id="256" r:id="R55835e86187242a0"/>
    <p:sldId xmlns:r="http://schemas.openxmlformats.org/officeDocument/2006/relationships" id="257" r:id="R82a90915975e4a79"/>
    <p:sldId xmlns:r="http://schemas.openxmlformats.org/officeDocument/2006/relationships" id="258" r:id="R42e04144f7a7476d"/>
    <p:sldId xmlns:r="http://schemas.openxmlformats.org/officeDocument/2006/relationships" id="259" r:id="Rae4149a5942b4c40"/>
    <p:sldId xmlns:r="http://schemas.openxmlformats.org/officeDocument/2006/relationships" id="260" r:id="R63de546404a747ec"/>
    <p:sldId xmlns:r="http://schemas.openxmlformats.org/officeDocument/2006/relationships" id="261" r:id="R72076f2684d54845"/>
    <p:sldId xmlns:r="http://schemas.openxmlformats.org/officeDocument/2006/relationships" id="262" r:id="R5e4f37c3c53b4a4a"/>
    <p:sldId xmlns:r="http://schemas.openxmlformats.org/officeDocument/2006/relationships" id="263" r:id="R60a3f98a2cb04e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7bf2a742114120" /><Relationship Type="http://schemas.openxmlformats.org/officeDocument/2006/relationships/slideMaster" Target="/ppt/slideMasters/slideMaster1.xml" Id="R1625d3b98e3b4f5c" /><Relationship Type="http://schemas.openxmlformats.org/officeDocument/2006/relationships/notesMaster" Target="/ppt/notesMasters/notesMaster1.xml" Id="Rcc419d4bcc874171" /><Relationship Type="http://schemas.openxmlformats.org/officeDocument/2006/relationships/presProps" Target="/ppt/presProps.xml" Id="R8da3de1cb9894bb0" /><Relationship Type="http://schemas.openxmlformats.org/officeDocument/2006/relationships/tableStyles" Target="/ppt/tableStyles.xml" Id="Rd9ff670fc94b4d3d" /><Relationship Type="http://schemas.openxmlformats.org/officeDocument/2006/relationships/slide" Target="/ppt/slides/slide1.xml" Id="R55835e86187242a0" /><Relationship Type="http://schemas.openxmlformats.org/officeDocument/2006/relationships/slide" Target="/ppt/slides/slide2.xml" Id="R82a90915975e4a79" /><Relationship Type="http://schemas.openxmlformats.org/officeDocument/2006/relationships/slide" Target="/ppt/slides/slide3.xml" Id="R42e04144f7a7476d" /><Relationship Type="http://schemas.openxmlformats.org/officeDocument/2006/relationships/slide" Target="/ppt/slides/slide4.xml" Id="Rae4149a5942b4c40" /><Relationship Type="http://schemas.openxmlformats.org/officeDocument/2006/relationships/slide" Target="/ppt/slides/slide5.xml" Id="R63de546404a747ec" /><Relationship Type="http://schemas.openxmlformats.org/officeDocument/2006/relationships/slide" Target="/ppt/slides/slide6.xml" Id="R72076f2684d54845" /><Relationship Type="http://schemas.openxmlformats.org/officeDocument/2006/relationships/slide" Target="/ppt/slides/slide7.xml" Id="R5e4f37c3c53b4a4a" /><Relationship Type="http://schemas.openxmlformats.org/officeDocument/2006/relationships/slide" Target="/ppt/slides/slide8.xml" Id="R60a3f98a2cb04e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f769c9ab7740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f167be27ac4946" /><Relationship Type="http://schemas.openxmlformats.org/officeDocument/2006/relationships/notesMaster" Target="/ppt/notesMasters/notesMaster1.xml" Id="R137733e60d6c4f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bc45463ad747cd" /><Relationship Type="http://schemas.openxmlformats.org/officeDocument/2006/relationships/notesMaster" Target="/ppt/notesMasters/notesMaster1.xml" Id="R67ba190a275f41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47e91adb744293" /><Relationship Type="http://schemas.openxmlformats.org/officeDocument/2006/relationships/notesMaster" Target="/ppt/notesMasters/notesMaster1.xml" Id="R18545ac2a11541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b34a5a73ad45ce" /><Relationship Type="http://schemas.openxmlformats.org/officeDocument/2006/relationships/notesMaster" Target="/ppt/notesMasters/notesMaster1.xml" Id="R40cdce4ae3c641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87c507b8084394" /><Relationship Type="http://schemas.openxmlformats.org/officeDocument/2006/relationships/notesMaster" Target="/ppt/notesMasters/notesMaster1.xml" Id="R9ad74ee4f1494f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e9d1676c004fe8" /><Relationship Type="http://schemas.openxmlformats.org/officeDocument/2006/relationships/notesMaster" Target="/ppt/notesMasters/notesMaster1.xml" Id="R1b74a5caab8c42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fb910e3f3b4737" /><Relationship Type="http://schemas.openxmlformats.org/officeDocument/2006/relationships/notesMaster" Target="/ppt/notesMasters/notesMaster1.xml" Id="Rc137bd61a15943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ad665c3c004ed4" /><Relationship Type="http://schemas.openxmlformats.org/officeDocument/2006/relationships/notesMaster" Target="/ppt/notesMasters/notesMaster1.xml" Id="Rd7a32fe466854d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 bằng một câu: đây là MVP có dữ liệu thật, CRUD thật và AI đi qua backend; phần trình bày tập trung vào bằng chứng chạy được.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Yêu cầu bài tập lớn.pdf, trang 1–6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vấn đề trước, rồi liên kết mỗi vấn đề với một khả năng có thể demo. Không mô tả quá nhiều tính năng ngoài phạm vi MVP.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docs/REQUIREMENTS_TRACEABILITY.md</a:t>
            </a:r>
          </a:p>
          <a:p xmlns:a="http://schemas.openxmlformats.org/drawingml/2006/main">
            <a:r>
              <a:t>- app/src/main/java/com/eaut/footballclubmanagement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hành trình B trước vì nó chứng minh nhiều tiêu chí nhất; sau đó chuyển nhanh sang quỹ, thông báo, cài đặt và 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docs/DEMO_SCRIPT.md</a:t>
            </a:r>
          </a:p>
          <a:p xmlns:a="http://schemas.openxmlformats.org/drawingml/2006/main">
            <a:r>
              <a:t>- docs/REQUIREMENTS_TRACEABILITY.md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Đi theo mũi tên: app gọi backend, backend kiểm tra phiên và dữ liệu, sau đó mới gọi DB hoặc model. Nhấn mạnh khóa AI chỉ nằm trong biến môi trường backend.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docs/ERD_AND_API.md</a:t>
            </a:r>
          </a:p>
          <a:p xmlns:a="http://schemas.openxmlformats.org/drawingml/2006/main">
            <a:r>
              <a:t>- backend/routes/ai.js</a:t>
            </a:r>
          </a:p>
          <a:p xmlns:a="http://schemas.openxmlformats.org/drawingml/2006/main">
            <a:r>
              <a:t>- app/src/main/java/com/eaut/footballclubmanagement/network/RetrofitClient.java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đọc lại chữ trên slide. Dùng ảnh để chỉ nhanh vị trí trạng thái, nút CRUD và kết quả AI trong khi bản live demo đang sẵn sàng.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output/screenshots/dashboard.png</a:t>
            </a:r>
          </a:p>
          <a:p xmlns:a="http://schemas.openxmlformats.org/drawingml/2006/main">
            <a:r>
              <a:t>- output/screenshots/players.png</a:t>
            </a:r>
          </a:p>
          <a:p xmlns:a="http://schemas.openxmlformats.org/drawingml/2006/main">
            <a:r>
              <a:t>- output/screenshots/ai-coach.png</a:t>
            </a:r>
          </a:p>
          <a:p xmlns:a="http://schemas.openxmlformats.org/drawingml/2006/main">
            <a:r>
              <a:t>- app/src/main/res/layout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đây là grounded generation qua dữ liệu có cấu trúc, chưa tự nhận là RAG tài liệu. Trình bày một ca thành công và một ca lỗi/timeout.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docs/AI_EVALUATION.md</a:t>
            </a:r>
          </a:p>
          <a:p xmlns:a="http://schemas.openxmlformats.org/drawingml/2006/main">
            <a:r>
              <a:t>- backend/routes/ai.js</a:t>
            </a:r>
          </a:p>
          <a:p xmlns:a="http://schemas.openxmlformats.org/drawingml/2006/main">
            <a:r>
              <a:t>- backend/lib/aiClient.js</a:t>
            </a:r>
          </a:p>
          <a:p xmlns:a="http://schemas.openxmlformats.org/drawingml/2006/main">
            <a:r>
              <a:t>- app/src/main/java/com/eaut/footballclubmanagement/AiCoachActivity.java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Đọc các trạng thái thực tế trên slide; nếu live model chưa có key thì nói rõ phần nào đã test bằng mock contract và phần nào cần key để xác nhận.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output/evidence/test_summary.json</a:t>
            </a:r>
          </a:p>
          <a:p xmlns:a="http://schemas.openxmlformats.org/drawingml/2006/main">
            <a:r>
              <a:t>- docs/TEST_PLAN.md</a:t>
            </a:r>
          </a:p>
          <a:p xmlns:a="http://schemas.openxmlformats.org/drawingml/2006/main">
            <a:r>
              <a:t>- docs/AI_EVALUATION.md</a:t>
            </a:r>
          </a:p>
          <a:p xmlns:a="http://schemas.openxmlformats.org/drawingml/2006/main">
            <a:r>
              <a:t>- .github/workflows/ci.yml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thúc bằng điều sẽ chứng minh ngay trong live demo. Sau slide này chuyển thẳng sang app, không dùng slide cảm ơn chung chung.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docs/RELEASE_CHECKLIST.md</a:t>
            </a:r>
          </a:p>
          <a:p xmlns:a="http://schemas.openxmlformats.org/drawingml/2006/main">
            <a:r>
              <a:t>- docs/DEMO_SCRIPT.md</a:t>
            </a:r>
          </a:p>
          <a:p xmlns:a="http://schemas.openxmlformats.org/drawingml/2006/main">
            <a:r>
              <a:t>- docs/REQUIREMENTS_TRACEABILITY.md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c1859afbea44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c111181f5a4064" /><Relationship Type="http://schemas.openxmlformats.org/officeDocument/2006/relationships/slideLayout" Target="/ppt/slideLayouts/slideLayout1.xml" Id="R815a5d3ebb634c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5a5d3ebb634c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c8c644aec4ef0" /><Relationship Type="http://schemas.openxmlformats.org/officeDocument/2006/relationships/notesSlide" Target="/ppt/notesSlides/notesSlide1.xml" Id="R1a1e20d1485446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f0d7d517448db" /><Relationship Type="http://schemas.openxmlformats.org/officeDocument/2006/relationships/notesSlide" Target="/ppt/notesSlides/notesSlide2.xml" Id="Ra6f1b43ae62045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e6baab5d446ab" /><Relationship Type="http://schemas.openxmlformats.org/officeDocument/2006/relationships/notesSlide" Target="/ppt/notesSlides/notesSlide3.xml" Id="R98d9cae614714b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c5517ceda436e" /><Relationship Type="http://schemas.openxmlformats.org/officeDocument/2006/relationships/notesSlide" Target="/ppt/notesSlides/notesSlide4.xml" Id="R59a6f05c0bf143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3eeb3be3d476a" /><Relationship Type="http://schemas.openxmlformats.org/officeDocument/2006/relationships/notesSlide" Target="/ppt/notesSlides/notesSlide5.xml" Id="Ra9b145741de348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1cca5a4c04006" /><Relationship Type="http://schemas.openxmlformats.org/officeDocument/2006/relationships/notesSlide" Target="/ppt/notesSlides/notesSlide6.xml" Id="Rc2ae16a0302240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ab1310ef84d44" /><Relationship Type="http://schemas.openxmlformats.org/officeDocument/2006/relationships/notesSlide" Target="/ppt/notesSlides/notesSlide7.xml" Id="Rf2f72ef7fe7842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cb9495cfd4108" /><Relationship Type="http://schemas.openxmlformats.org/officeDocument/2006/relationships/notesSlide" Target="/ppt/notesSlides/notesSlide8.xml" Id="Re637864ae98f44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47C4F-9740-4123-8D19-DAEFD734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"/>
            <a:ext cx="4953000" cy="5810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8231D"/>
          </a:solidFill>
          <a:ln xmlns:a="http://schemas.openxmlformats.org/drawingml/2006/main" w="9525">
            <a:solidFill>
              <a:srgbClr val="2A38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8107F-9192-43D0-9E15-CAB79506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19200"/>
            <a:ext cx="390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E7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68AF2-171D-40FD-8C91-C4814FE6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24450"/>
            <a:ext cx="390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E7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447B1-72D9-4495-942E-CFA85D4A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19200"/>
            <a:ext cx="190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E7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4C55E-CD49-43D2-B57F-D2B06EE8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219200"/>
            <a:ext cx="190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E7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ball-pitch-center">
            <a:extLst xmlns:a="http://schemas.openxmlformats.org/drawingml/2006/main">
              <a:ext uri="{FF2B5EF4-FFF2-40B4-BE49-F238E27FC236}">
                <a16:creationId xmlns:a16="http://schemas.microsoft.com/office/drawing/2014/main" id="{4F6FF068-CA6E-43F0-88EF-F1F0499A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1524000" cy="152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DE74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FAF6A-8DA4-4DBC-AF02-3A40EE9F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2609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DE7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980BB-BCF9-464A-BF22-D5C63639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ANDROID • AI • OFFLINE-FIRST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0944B-4C05-4F65-9683-CB52C324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5619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Football Club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B8A6B-1268-42AE-8A40-D19B965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523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C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9D2CC"/>
                </a:solidFill>
                <a:latin typeface="Aptos"/>
                <a:ea typeface="Aptos"/>
                <a:cs typeface="Aptos"/>
              </a:rPr>
              <a:t>Quản lý đội bóng, quỹ, cầu thủ và tư vấn chiến thuật qua một AI gateway an toàn.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D54A1-ED10-4E0F-A40A-69048514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63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DE7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DE74E"/>
                </a:solidFill>
                <a:latin typeface="Aptos"/>
                <a:ea typeface="Aptos"/>
                <a:cs typeface="Aptos"/>
              </a:rPr>
              <a:t>NGUYEN CONG BANG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32C24-9F54-4BEC-A00D-509CF0DE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5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5AE"/>
                </a:solidFill>
                <a:latin typeface="Aptos"/>
                <a:ea typeface="Aptos"/>
                <a:cs typeface="Aptos"/>
              </a:rPr>
              <a:t>Đồ án Lập trình di động tích hợp AI • 2026</a:t>
            </a:r>
          </a:p>
        </p:txBody>
      </p:sp>
    </p:spTree>
    <p:extLst>
      <p:ext uri="{BB962C8B-B14F-4D97-AF65-F5344CB8AC3E}">
        <p14:creationId xmlns:p14="http://schemas.microsoft.com/office/powerpoint/2010/main" val="963770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784F1F-A63D-4BE5-AF72-C3C91908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B6E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B6E20"/>
                </a:solidFill>
                <a:latin typeface="Aptos"/>
                <a:ea typeface="Aptos"/>
                <a:cs typeface="Aptos"/>
              </a:rPr>
              <a:t>01 • BÀI TOÁN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B29CD-5FD2-4320-9E53-54A3B27D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Từ sổ tay rời rạc đến một luồng quản lý thống nhất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25762-56CB-4553-90D8-E9F51390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MVP ưu tiên đúng ba nỗi đau có thể kiểm chứng trong buổi bảo vệ.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E02BA-99E6-41EA-8306-B9B6712A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5810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6609A-C274-41DA-8A6D-0FF62299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6E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B6E2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03B4A-7DEC-4BDB-8150-0DA67552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Quân số phân tán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57043-B4AD-4548-AEBF-E55754C9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546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Danh sách, tìm kiếm, lọc, sắp xếp và hồ sơ cầu thủ có CRUD thật.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CB1A4-6760-408C-88F0-E82018D1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5810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DF0F6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5D778-004A-49D5-91F9-9DC58F9A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6E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B6E2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069D1-8231-44EA-A642-A8EB2D5E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766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Thu chi khó đối soát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190B2-396D-490C-9CCE-FCEFCFE5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546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Sổ quỹ cục bộ hoạt động offline và cập nhật tức thời.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C51E0-F11F-42C4-829B-6DE6C38F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00550"/>
            <a:ext cx="5810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F1DA9-2C7E-4CCD-A6BE-E38409D2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6E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B6E2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12061-7B3E-47F0-9C11-9959D7FA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Chiến thuật thiếu ngữ cảnh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7A3149-A090-4D4E-8220-9C10ED9E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546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AI nhận dữ liệu đội bóng từ backend trước khi đưa ra gợi ý.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508F2-1403-4DA8-9BBC-5BCC094B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09750"/>
            <a:ext cx="4953000" cy="36576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11714"/>
          </a:solidFill>
          <a:ln xmlns:a="http://schemas.openxmlformats.org/drawingml/2006/main" w="9525">
            <a:solidFill>
              <a:srgbClr val="1117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A24066-AFBA-481A-90AD-4C45E454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33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DE7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DE74E"/>
                </a:solidFill>
                <a:latin typeface="Aptos"/>
                <a:ea typeface="Aptos"/>
                <a:cs typeface="Aptos"/>
              </a:rPr>
              <a:t>Mục tiêu MVP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750E42-5FA2-43F5-9F25-1587691C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47950"/>
            <a:ext cx="4095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Một người quản lý có thể hoàn tất vòng đời cầu thủ, theo dõi quỹ và nhận gợi ý chiến thuật mà không lộ khóa AI trên thiết bị.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A0369A-EA33-4298-96DC-7196ED8F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6720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38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59BC08-79D3-4051-941F-E11285D0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2435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DE7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DE74E"/>
                </a:solidFill>
                <a:latin typeface="Aptos"/>
                <a:ea typeface="Aptos"/>
                <a:cs typeface="Aptos"/>
              </a:rPr>
              <a:t>10 màn hình / luồng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4FEA52-975E-40DC-9230-98B7C7A4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6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38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B99174-9C00-44BA-BB87-1E1FBE45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243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DE7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DE74E"/>
                </a:solidFill>
                <a:latin typeface="Aptos"/>
                <a:ea typeface="Aptos"/>
                <a:cs typeface="Aptos"/>
              </a:rPr>
              <a:t>4 trạng thái UI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0E3B84-7731-4A96-B947-309320B0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86300"/>
            <a:ext cx="1581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38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7213EA-5B0B-4D64-A900-15F72017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4345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DE7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DE74E"/>
                </a:solidFill>
                <a:latin typeface="Aptos"/>
                <a:ea typeface="Aptos"/>
                <a:cs typeface="Aptos"/>
              </a:rPr>
              <a:t>1 nguồn dữ liệu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F67D2-8C43-45AA-BD16-E5944718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863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38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96DA6B-6C1C-4571-8753-1D5BCD08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434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DE7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DE74E"/>
                </a:solidFill>
                <a:latin typeface="Aptos"/>
                <a:ea typeface="Aptos"/>
                <a:cs typeface="Aptos"/>
              </a:rPr>
              <a:t>Gateway 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58E0CC-F9C5-4911-A6C3-D03BF3F0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4A000D-8AFA-4E18-8D23-F8B1C9D0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47068"/>
                </a:solidFill>
                <a:latin typeface="Aptos"/>
                <a:ea typeface="Aptos"/>
                <a:cs typeface="Aptos"/>
              </a:rPr>
              <a:t>FC MANAGER •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E1C86B-C146-46F6-B836-3C5FE614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035181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214F6B-23D2-414C-A8B4-FC38D0FE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B6E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B6E20"/>
                </a:solidFill>
                <a:latin typeface="Aptos"/>
                <a:ea typeface="Aptos"/>
                <a:cs typeface="Aptos"/>
              </a:rPr>
              <a:t>02 • PHẠM VI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7CBF8-3AD9-4B51-BFD3-D9A4D7BF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Ba hành trình bao phủ toàn bộ rubric chức năng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6614F-F2DA-41A8-9EDC-6F574018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Mỗi hành trình có xác thực đầu vào, trạng thái dữ liệu và đường lui khi lỗi.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F9085-F765-416F-882C-A5DF1242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34480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FF2B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9BC26-1941-4297-B8BE-9F8131E0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6E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B6E20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B0C85-B43C-43F2-8A13-2590559D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Tài khoản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18EB1-DCAE-4D1E-B3FD-137F3A32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3105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Splash → Đăng nhập/đăng ký → Dashboard → Settings → Đăng xuất. Token phiên được lưu cục bộ và gửi qua header.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11BB0-0B5E-4F92-B099-3E115A91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09750"/>
            <a:ext cx="34480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614C0-13CD-45D0-9E7E-C7D783D3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81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6E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B6E20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AFBA6-790E-4ED3-90E1-B2E42395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812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Cầu thủ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768A6-DEA2-4969-A776-27055D51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38400"/>
            <a:ext cx="3105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Danh sách → tìm/lọc/sắp xếp → chi tiết → thêm/sửa/xóa. Room làm cache, REST đồng bộ dữ liệu.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C78F3-2F2F-478F-B030-27D7FAA4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09750"/>
            <a:ext cx="39243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F0F6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5EDC1-EE1C-4191-A4FC-8C2AB691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81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6E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B6E20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0239DA-6590-4B76-BEDD-2F011855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812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Vận hành đội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FD083-5BEB-4923-B6AD-975CCBAD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38400"/>
            <a:ext cx="3581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Sổ quỹ offline, nhắc lịch bằng WorkManager và AI Coach dựa trên bối cảnh đội bóng.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CDB54-CB83-46E5-B0D4-14002016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6725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7D81F3-98FF-4392-9AFB-8A24084E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Loading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FC7006-948D-409B-A3F3-02C55F20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6725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8DB974-F774-4729-97D9-70E4053B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244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Empty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ECA6C1-C44D-4544-B8FB-E56A98AD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6725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D7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E8A379-8707-4C8E-B310-93144ED8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244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Error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8EF541-84E4-43A9-8493-FFA5D80D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6725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FB399A-2A20-4C28-B858-6409158F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244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Success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ACF515-FE81-462D-AF99-ABA509DB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72100"/>
            <a:ext cx="883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Bằng chứng chấm: thao tác thật + dữ liệu thay đổi thật + thông báo rõ ràng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20290F-DD72-4A26-8DEA-A8F6D561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F1FB86-98F5-4C80-9CDC-9D364C5A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47068"/>
                </a:solidFill>
                <a:latin typeface="Aptos"/>
                <a:ea typeface="Aptos"/>
                <a:cs typeface="Aptos"/>
              </a:rPr>
              <a:t>FC MANAGER •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D5425E-2488-45DE-8600-4BEC42A5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74893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AE008C-78D5-47AD-A844-45133141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B6E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B6E20"/>
                </a:solidFill>
                <a:latin typeface="Aptos"/>
                <a:ea typeface="Aptos"/>
                <a:cs typeface="Aptos"/>
              </a:rPr>
              <a:t>03 • KIẾN TRÚC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3201D-DDBB-49DC-B29C-444ADAD6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Khóa AI không bao giờ đi xuống Android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B9731-1D02-43E0-B9FE-1FBCAFDA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Dòng dữ liệu phân tầng, có cache cục bộ và hợp đồng API rõ ràng.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0BC60-3348-4CE4-97F4-43EF235D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2266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FF2B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34D71-F68D-4DF8-A567-971DAF25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Android /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79775-BBD5-4DF1-BC51-7A3BCAC0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UI + ViewModel</a:t>
            </a:r>
          </a:p>
          <a:p xmlns:a="http://schemas.openxmlformats.org/drawingml/2006/main">
            <a:pPr algn="l">
              <a:defRPr sz="90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Retrofit + Room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B17A4-5B7E-4C58-B2D1-C3F31B84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E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F881E-9C3A-48B7-81C8-7B25CD89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955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B6E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2257C-080D-48FF-99C3-9DA098C4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38350"/>
            <a:ext cx="2266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0F87D-F00E-43E0-849B-53A945A4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098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Express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93EB9-08A6-4737-834C-D5AA722C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336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Auth middleware</a:t>
            </a:r>
          </a:p>
          <a:p xmlns:a="http://schemas.openxmlformats.org/drawingml/2006/main">
            <a:pPr algn="l">
              <a:defRPr sz="90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Validation + limits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E7631-20DF-4324-AF55-A5F59C95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E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80575D-208B-4864-83AB-68910833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B6E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C8F56-A0B9-4BA9-89A0-C060E224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00200"/>
            <a:ext cx="2076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DF0F6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C3E8B9-E5EC-4472-BAEB-1F2C06BC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716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Oracle / Mock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1DF58-B162-453E-86AB-1514E61F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955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Players + users</a:t>
            </a:r>
          </a:p>
          <a:p xmlns:a="http://schemas.openxmlformats.org/drawingml/2006/main">
            <a:pPr algn="l">
              <a:defRPr sz="90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Persistent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9E406-859D-47E2-AC5A-11770A2C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81350"/>
            <a:ext cx="2076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F7809E-8D59-410B-AD6A-D9BE1FE3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528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Gemini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6697C9-0C4C-4EEB-B271-DB97140B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766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Server-side key</a:t>
            </a:r>
          </a:p>
          <a:p xmlns:a="http://schemas.openxmlformats.org/drawingml/2006/main">
            <a:pPr algn="l">
              <a:defRPr sz="90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Grounded prompt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DE4D6D-3A2C-496F-8BE6-18B61170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E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89948B-4DCE-4BD9-BA68-9BF7EDCF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955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B6E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A1D682-CEDD-43A3-AB53-5104CD83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38350"/>
            <a:ext cx="1752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6D0AA8-5EA2-4FB1-B5F2-F75852DE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098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UI states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D98C7D-7A31-48FB-A42D-25098391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3365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Loading</a:t>
            </a:r>
          </a:p>
          <a:p xmlns:a="http://schemas.openxmlformats.org/drawingml/2006/main">
            <a:pPr algn="l">
              <a:defRPr sz="90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Empty / Error</a:t>
            </a:r>
          </a:p>
          <a:p xmlns:a="http://schemas.openxmlformats.org/drawingml/2006/main">
            <a:pPr algn="l">
              <a:defRPr sz="90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Success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382704-2F8E-4947-81FE-49ECDCD6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285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E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8AE9C7-2259-4B9C-87AE-F2A1A922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624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E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6D9242-9A66-4CBF-9F65-3E688770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911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3 lớp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895B51-C99A-4C6C-A4EC-331FE9F4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3733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Presentation → Domain/Repository → Data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136B56-E6AF-48AA-B9D1-DD7ACADE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911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Bảo mật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444193-597B-4379-992D-344DD2FB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102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Salted password hash + signed token + env-only AI key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D9A881-F3AC-469C-9CD6-6940B34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911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Offline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0A3BA8-EB4D-44B3-9849-C06400D2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410200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Room giữ dữ liệu dùng gần nhất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3D2F30-584B-4D6B-B42C-3742DB1A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188C97-1CE3-4CBF-99EF-A5B1FEF7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47068"/>
                </a:solidFill>
                <a:latin typeface="Aptos"/>
                <a:ea typeface="Aptos"/>
                <a:cs typeface="Aptos"/>
              </a:rPr>
              <a:t>FC MANAGER • 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4D594A-3F5C-4CD1-8434-53EA7684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561749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70F65B-0036-4BC1-8EDA-83754FE8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B6E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B6E20"/>
                </a:solidFill>
                <a:latin typeface="Aptos"/>
                <a:ea typeface="Aptos"/>
                <a:cs typeface="Aptos"/>
              </a:rPr>
              <a:t>04 • SẢN PHẨM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E250C-3D2A-4B0A-A9AA-DCA0CC38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Giao diện tối, tương phản cao và ưu tiên tác vụ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16898-3363-4FF1-9BCD-996CAD68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Ảnh dưới đây được lấy trực tiếp từ bản APK chạy trên emulator.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F6A39-228C-4088-B384-A421B586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2266950" cy="403860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111714"/>
          </a:solidFill>
          <a:ln xmlns:a="http://schemas.openxmlformats.org/drawingml/2006/main" w="9525">
            <a:solidFill>
              <a:srgbClr val="11171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42D77-C879-4A79-9DA7-184A4810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114550" cy="37338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A0F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6FFA9-8B2B-430D-917C-FAF9220B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1771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ADE74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ADE74E"/>
                </a:solidFill>
                <a:latin typeface="Aptos"/>
                <a:ea typeface="Aptos"/>
                <a:cs typeface="Aptos"/>
              </a:rPr>
              <a:t>FC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EE665-0F38-4AFA-AD6E-173CADC8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1771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4DA4D-997B-4698-B1CE-5D1A73D0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24400"/>
            <a:ext cx="1771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AB5A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5AE"/>
                </a:solidFill>
                <a:latin typeface="Aptos"/>
                <a:ea typeface="Aptos"/>
                <a:cs typeface="Aptos"/>
              </a:rPr>
              <a:t>Ảnh chạy thật được chèn tự động sau 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31A1C-9ADF-45FA-A4CF-0C62BCDC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83832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0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AFCC9-08FA-472F-A567-5B22FE06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52600"/>
            <a:ext cx="2266950" cy="403860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111714"/>
          </a:solidFill>
          <a:ln xmlns:a="http://schemas.openxmlformats.org/drawingml/2006/main" w="9525">
            <a:solidFill>
              <a:srgbClr val="1117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A95B1-4075-45A2-BEE3-ED0F63E2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62150"/>
            <a:ext cx="2114550" cy="37338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A0F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1C9B29-C879-4540-B93F-EE8933F6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57450"/>
            <a:ext cx="1771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ADE74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ADE74E"/>
                </a:solidFill>
                <a:latin typeface="Aptos"/>
                <a:ea typeface="Aptos"/>
                <a:cs typeface="Aptos"/>
              </a:rPr>
              <a:t>FC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8AC0D-3BD0-43B5-BB18-1CC4CEEE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00400"/>
            <a:ext cx="1771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Danh sách cầu thủ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95CAF-7B3E-4D7A-AEFF-0E3F61EF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724400"/>
            <a:ext cx="1771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AB5A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5AE"/>
                </a:solidFill>
                <a:latin typeface="Aptos"/>
                <a:ea typeface="Aptos"/>
                <a:cs typeface="Aptos"/>
              </a:rPr>
              <a:t>Ảnh chạy thật được chèn tự động sau build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D9277-35E6-4403-B7F3-2122E769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3832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0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43C9C4-487B-4760-9962-3A85B7F3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2266950" cy="403860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111714"/>
          </a:solidFill>
          <a:ln xmlns:a="http://schemas.openxmlformats.org/drawingml/2006/main" w="9525">
            <a:solidFill>
              <a:srgbClr val="1117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07DFBB-F32B-44FD-B025-56EFD62D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62150"/>
            <a:ext cx="2114550" cy="37338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A0F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F61F52-C137-4CCC-ABD4-FD4AF98F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57450"/>
            <a:ext cx="1771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ADE74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ADE74E"/>
                </a:solidFill>
                <a:latin typeface="Aptos"/>
                <a:ea typeface="Aptos"/>
                <a:cs typeface="Aptos"/>
              </a:rPr>
              <a:t>FC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123F0F-3A57-4F19-8284-CC27E24D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0400"/>
            <a:ext cx="1771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Coach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10640A-9940-4324-9D07-A40A4D54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24400"/>
            <a:ext cx="1771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AB5A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5AE"/>
                </a:solidFill>
                <a:latin typeface="Aptos"/>
                <a:ea typeface="Aptos"/>
                <a:cs typeface="Aptos"/>
              </a:rPr>
              <a:t>Ảnh chạy thật được chèn tự động sau build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F679A9-1070-40A1-BB49-D0E26D2E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3832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0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CB2783-381F-4F3F-B975-028762CC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383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Thiết kế phục vụ demo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9D8129-D1DE-427C-871C-B06FD81A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09850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DE7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52C882-8978-4C2E-9512-6A147CD4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670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4BAAB5-FCF5-4B90-B2F1-37EED933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574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Điều hướng rõ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B0533E-24E8-489D-A0EB-B368D0F7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76600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DE7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793808-DA68-467D-8127-A8E7B7F1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337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EB3D71-FC9D-4B85-9C28-D21DA065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242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Touch target đủ lớn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97B604-75DD-4E6A-A39E-9B92BF11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43350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DE7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158B93-B20F-425A-B30F-A783BC78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00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0DA051-27B1-4039-98B7-D0545AC7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909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Thông báo trạng thái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D002C6-A563-425B-B878-29A22275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10100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DE7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A518D7-1246-4BF3-B680-C381F73C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67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B269CC-FBE5-4564-839A-6CFAF3CB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577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Nội dung tiếng Việt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AE3AE2-0402-4ABC-A404-8C509F3D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4673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E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E20"/>
                </a:solidFill>
                <a:latin typeface="Aptos"/>
                <a:ea typeface="Aptos"/>
                <a:cs typeface="Aptos"/>
              </a:rPr>
              <a:t>#ADE74E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ED8F0D-C4E5-4635-94D6-0CCAA233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4673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accent nhận diện trên nền #0A0F0C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A4417D-EB8D-4DCA-BA56-2E7731E6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5FA501-9383-4376-8F3A-EB58DB98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47068"/>
                </a:solidFill>
                <a:latin typeface="Aptos"/>
                <a:ea typeface="Aptos"/>
                <a:cs typeface="Aptos"/>
              </a:rPr>
              <a:t>FC MANAGER • 2026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3B7583-9A61-46BD-ADD7-8FB2E38C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051653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889C7A-0F98-4157-BD55-4FECD02B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B6E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B6E20"/>
                </a:solidFill>
                <a:latin typeface="Aptos"/>
                <a:ea typeface="Aptos"/>
                <a:cs typeface="Aptos"/>
              </a:rPr>
              <a:t>05 •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02E36-8E11-4D7B-A181-B0276D6D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Một use case hữu ích, có ngữ cảnh và có đường lui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628183-58BE-4ACD-A5D6-3C568E7D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AI Coach tư vấn đội hình/chiến thuật từ dữ liệu đội, không trả lời giả cứng trong app.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FB345-032C-4821-B4D2-B6207C14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34290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DFF2B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49ED4-F862-4ADF-A7B7-D5085AB9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6E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B6E2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68B5F-CD7F-4C24-84F1-21299286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621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Grounding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FDA5B-C6A4-4202-9058-4309F4C4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30861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Backend lấy dữ liệu cầu thủ, tạo prompt theo mẫu và chỉ gửi phần ngữ cảnh cần thiết.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B4543-3413-43B0-9061-6C273901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790700"/>
            <a:ext cx="34290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A931A-BB5B-462D-8953-B157C645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621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6E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B6E2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0C352-2771-465C-8751-88E24F28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Guardrails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8246C-3AE3-46C9-8436-BD77CB3A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19350"/>
            <a:ext cx="30861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Kiểm tra phiên, giới hạn câu hỏi, timeout, thông báo lỗi có thể thử lại.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48DFF-B1DF-4B06-85D9-7CB99617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90700"/>
            <a:ext cx="39243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DDF0F6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9BA74-B924-498B-84BC-5C4D1CAE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621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6E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B6E2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DEB4B-B72E-4F20-99DA-8AE36936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621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Đánh giá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35E83C-ECEB-451F-89DB-A02696DF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19350"/>
            <a:ext cx="3581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20 kịch bản: bình thường, dữ liệu thiếu, injection, timeout, key lỗi, dữ liệu lớn.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0919DA-333C-4E11-9622-FE2529EE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67200"/>
            <a:ext cx="112014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11714"/>
          </a:solidFill>
          <a:ln xmlns:a="http://schemas.openxmlformats.org/drawingml/2006/main" w="9525">
            <a:solidFill>
              <a:srgbClr val="1117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1C32E-5146-4BDC-BDBC-CA731DB7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DE74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DE74E"/>
                </a:solidFill>
                <a:latin typeface="Aptos"/>
                <a:ea typeface="Aptos"/>
                <a:cs typeface="Aptos"/>
              </a:rPr>
              <a:t>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3A8974-CF8A-4BEF-A0B1-61B40089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482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E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73C274-F26A-47F5-B6AE-1429ABA5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720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B6E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5EAF89-57F2-48EA-8A47-95787506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434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 GATEWAY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120827-7298-4FB9-906D-3C08A768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482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E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89502C-385E-431C-B9A6-B894E643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720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B6E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879B6C-5686-4354-913D-61C74271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1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1B8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719C95-5A66-41C2-B299-2EA29451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4822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E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D6611E-788D-406D-9BA6-3EA9BDB4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720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B6E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6035F6-518C-484F-A76F-7C7A385D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43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KIỂM TRA + HIỂN THỊ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A449F5-6B0D-4266-8237-5C09D45F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A384B5-2D85-44C0-A147-930753C2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47068"/>
                </a:solidFill>
                <a:latin typeface="Aptos"/>
                <a:ea typeface="Aptos"/>
                <a:cs typeface="Aptos"/>
              </a:rPr>
              <a:t>FC MANAGER •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152394-8590-4761-A09F-A5ED9E77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338060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55102B-EBB1-4213-AFA7-6D52B2C4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B6E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B6E20"/>
                </a:solidFill>
                <a:latin typeface="Aptos"/>
                <a:ea typeface="Aptos"/>
                <a:cs typeface="Aptos"/>
              </a:rPr>
              <a:t>06 • CHẤT LƯỢNG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AC7B6-E2AB-4598-9383-97565753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Bằng chứng tự động thay cho lời hứa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27A04-FE1B-4D10-9346-982A11E9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Kết quả được sinh từ lần kiểm tra gần nhất: Chưa ghi nhận.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664AC-F383-47DC-B249-C1AFE800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34480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FF2B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5B3F7-8B97-470D-93CF-C8C29D75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6E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B6E20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1C379-31DB-42B3-8D9E-2775448A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Android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55089-D2B0-4D8C-8C6C-EA63E866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3105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Unit tests: Chờ chạy</a:t>
            </a:r>
          </a:p>
          <a:p xmlns:a="http://schemas.openxmlformats.org/drawingml/2006/main">
            <a:pPr algn="l">
              <a:defRPr sz="105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Lint: Chờ chạy</a:t>
            </a:r>
          </a:p>
          <a:p xmlns:a="http://schemas.openxmlformats.org/drawingml/2006/main">
            <a:pPr algn="l">
              <a:defRPr sz="105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APK: Chờ chạy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7C38D-08B6-4EF7-8CE3-4988E06B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09750"/>
            <a:ext cx="34480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5E4B9-012D-4794-A35D-FBA8993F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81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6E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B6E20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5336F-8AA5-48F2-B455-39E80569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812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65C9C6-073D-4DCA-A461-C502AB10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38400"/>
            <a:ext cx="3105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Automated tests: Chờ chạy</a:t>
            </a:r>
          </a:p>
          <a:p xmlns:a="http://schemas.openxmlformats.org/drawingml/2006/main">
            <a:pPr algn="l">
              <a:defRPr sz="105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Smoke API: Chờ chạy</a:t>
            </a:r>
          </a:p>
          <a:p xmlns:a="http://schemas.openxmlformats.org/drawingml/2006/main">
            <a:pPr algn="l">
              <a:defRPr sz="105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Auth + AI errors được kiểm tra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30D69-8337-4A25-98DB-7EE22243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09750"/>
            <a:ext cx="39243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DF0F6"/>
          </a:solidFill>
          <a:ln xmlns:a="http://schemas.openxmlformats.org/drawingml/2006/main" w="9525">
            <a:solidFill>
              <a:srgbClr val="D8DD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0BD8F-8CB5-409B-B949-D0A0D6FA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81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6E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B6E20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B2E48-ED2C-4E16-8941-F37280B3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812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AI scenarios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600915-1E90-483F-ABFE-0134983A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38400"/>
            <a:ext cx="3581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68"/>
                </a:solidFill>
                <a:latin typeface="Aptos"/>
                <a:ea typeface="Aptos"/>
                <a:cs typeface="Aptos"/>
              </a:rPr>
              <a:t>20 ca được mô tả theo input, kỳ vọng, rủi ro và tiêu chí pass; live-model cần key riêng khi bảo vệ.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1B4160-7DA9-4047-9068-FDAB697E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62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Rủi ro được khóa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8198DC-B2CE-4CE7-9AB1-5D3B434B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14900"/>
            <a:ext cx="2857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AA18B2-0817-4E59-9026-BF2DBDA3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Mất mạng → Room cache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19AA14-C48C-4C7C-94DC-43CA5B2D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14900"/>
            <a:ext cx="2857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03542F-6885-42BE-8510-F8DF2B7A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API lỗi → Error + retry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C1D878-DD32-4122-88A5-CA562BF7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2857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A494A7-92A8-4AE7-9C6D-C61EFE33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864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Input sai → 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776FF9-185E-48EE-989C-C9014203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29250"/>
            <a:ext cx="2857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DF445E-1FEE-46DD-AF35-BE72261F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4864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Key AI thiếu → lỗi cấu hình rõ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B1B05A-54A7-4F76-94E4-FC0D7E71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57700"/>
            <a:ext cx="44005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11714"/>
          </a:solidFill>
          <a:ln xmlns:a="http://schemas.openxmlformats.org/drawingml/2006/main" w="9525">
            <a:solidFill>
              <a:srgbClr val="1117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49C734-AB66-48EC-BCA7-4001E69E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672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DE7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DE74E"/>
                </a:solidFill>
                <a:latin typeface="Aptos"/>
                <a:ea typeface="Aptos"/>
                <a:cs typeface="Aptos"/>
              </a:rPr>
              <a:t>PASS CONDITION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1B526F-4BD2-433B-9E8E-116C462A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991100"/>
            <a:ext cx="3790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Tests xanh + APK cài được + 1 vòng CRUD + 1 lượt AI có kiểm soát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9F94AA-C0A6-431E-A055-B51D21EC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75EE8C-5BCF-4DE3-A326-9F856CE7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06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47068"/>
                </a:solidFill>
                <a:latin typeface="Aptos"/>
                <a:ea typeface="Aptos"/>
                <a:cs typeface="Aptos"/>
              </a:rPr>
              <a:t>FC MANAGER • 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E1EDBB-19FB-4833-B07C-26877C74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4368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C30F2E-3D58-4D31-8DF5-875A64CD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DE7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3AB61-7AB7-49A5-8E88-DBF57683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71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714"/>
                </a:solidFill>
                <a:latin typeface="Aptos"/>
                <a:ea typeface="Aptos"/>
                <a:cs typeface="Aptos"/>
              </a:rPr>
              <a:t>07 • KẾT LUẬN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5A332-6726-472D-B458-A9C707BB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676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MVP sẵn sàng để chứng minh,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không chỉ để kể.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7AD80-1BAD-4DB6-B5EF-017D0F9C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718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DE7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DE74E"/>
                </a:solidFill>
                <a:latin typeface="Aptos"/>
                <a:ea typeface="Aptos"/>
                <a:cs typeface="Aptos"/>
              </a:rPr>
              <a:t>Luồng demo 7 phút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A587A-2743-473D-B81A-2CD4C905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38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2FABC-625B-4F35-9B5B-FBE0B5B3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DE7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DE74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1CA6D-CFBD-4205-8E97-DB607B05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Đăng nhập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57E98-147B-4116-A2B6-E8D21B9B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81425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E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75743-9231-4A8D-A351-446EEE2B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052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B6E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97E148-5650-49EE-AB4B-57132A33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62350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38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911BF-0A69-47B5-8E08-B606F017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195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DE7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DE74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18048-A14D-4BB9-8B52-1E3F8582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7195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CRUD cầu thủ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58C19-567D-447D-BDF9-CD2B6ED8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81425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E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DEF2C4-6749-4A71-A023-DC161326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052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B6E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B488A0-7184-40A9-AD8A-14FBE246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62350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38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A9317-80CE-4EE0-BF1F-00D1BB9C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195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DE7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DE74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48A3D-90FC-4B45-A0BC-F71BD5B7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7195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Offline/error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33FED-4477-42B8-A929-63ECC5A9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81425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E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636090-DFC9-4D3D-B03D-A64F6454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052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B6E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3A257D-0A9A-414D-A421-8414206A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62350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38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8FAB2C-5FE6-469B-A3B3-98C055BE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195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DE7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DE74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EB852F-3622-4F3D-A963-B19AFE36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Coach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831812-B72C-4820-ABC8-A41889D5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81425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E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52359B-5481-4BD2-A504-42CC65E5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0522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B6E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F75F0C-8AF7-4173-A96D-9C018B57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62350"/>
            <a:ext cx="495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38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2E0ACC-E35C-4FB0-B03F-71A32D73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195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DE7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DE74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46E408-6ED2-4D85-8EB9-371296F6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7195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Thông báo + settings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A87B26-69B5-4FD9-9352-42CABF45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24450"/>
            <a:ext cx="111823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8231D"/>
          </a:solidFill>
          <a:ln xmlns:a="http://schemas.openxmlformats.org/drawingml/2006/main" w="9525">
            <a:solidFill>
              <a:srgbClr val="2A382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94A27F-40E5-4C14-941D-4DF789D5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064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Bộ nộp: APK • source • báo cáo DOCX/PDF • slide • test evidence • tài liệu API/ERD/AI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791A87-D541-4D1D-97F7-685BCA0D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B999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8B9990"/>
                </a:solidFill>
                <a:latin typeface="Aptos"/>
                <a:ea typeface="Aptos"/>
                <a:cs typeface="Aptos"/>
              </a:rPr>
              <a:t>FC MANAGER • EVIDENCE-DRIVEN SUBMISSION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A3A1BE-4124-48DD-8703-1AE9A173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DE74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DE74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707087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2026-09-01T15:02:12.3880000Z</dcterms:created>
  <dcterms:modified xsi:type="dcterms:W3CDTF">2026-09-01T15:02:12.3890000Z</dcterms:modified>
</coreProperties>
</file>